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3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292608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Herramienta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CLASIFICACIONES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REDES DE DATOS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clasifican las redes según tamaño y administración?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TAMAÑO / ALCANCE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· MAN · WAN: las tres más utilizadas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788920" cy="9144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17647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Área Local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260604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extiende en un edificio o edificios contiguos. Los medios de interconexión son propiedad de la organización.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oficinas, laboratorio, piso de un edificio.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234440"/>
            <a:ext cx="2788920" cy="9144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2344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17647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Área Metropolitana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240280"/>
            <a:ext cx="260604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distintos puntos dentro de una misma ciudad. Parte de los medios son alquilados a terceros (ej: líneas telefónicas).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sede central + sucursal en otra zona.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889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2344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17647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Área Extensa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240280"/>
            <a:ext cx="260604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las distancias de una ciudad. Conecta ciudades, países o continentes. Medios habitualmente arrendados.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empresa en Bs. As. + sede en Córdoba.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" y="45720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 cantidad de usuarios conectados es INDEPENDIENTE de si la red es LAN, MAN o WAN.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CLASIFICACIONES POR ALCANCE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que han surgido más recientemente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2057400" cy="54864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" y="1856232"/>
            <a:ext cx="1911096" cy="2532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Área Personal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personales en un espacio reducido. Medio habitual: Bluetooth.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celular, auriculares, smartwatch.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3160" y="123444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23160" y="1234440"/>
            <a:ext cx="2057400" cy="54864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96312" y="1856232"/>
            <a:ext cx="1911096" cy="2532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Local Area Network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Local Inalámbrica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LAN pero con conexión inalámbrica (Wi-Fi). Muy utilizada como complemento de LAN cableadas.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23444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234440"/>
            <a:ext cx="20574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90872" y="1856232"/>
            <a:ext cx="1911096" cy="2532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Local Area Network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Local Virtual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lógica dentro de una LAN física. Equipos separados físicamente se comunican como si estuvieran en la misma red.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234440"/>
            <a:ext cx="2057400" cy="54864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85432" y="1856232"/>
            <a:ext cx="1911096" cy="2532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Area Network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Área Campus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redes LAN en un área geográfica limitada (campus, hospital, base militar) con medios propios y alta velocidad.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PEER-TO-PEER (Entre Pares)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quién administra los recursos compartidos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CARACTERÍSTICAS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administra sus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usuarios son 'pares' (sin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PC puede ser cliente y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Recomendable: hasta ~12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BAJO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económicos (Windows 10/11)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servidor dedicado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42976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234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VENTAJAS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764792"/>
            <a:ext cx="4114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 · No requiere servidor dedicado · Fácil de implementar · SO comunes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288036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42976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DESVENTAJAS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410712"/>
            <a:ext cx="4114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baja · Limita crecimiento · No apto para alto tráfico · Usuarios deben estar físicamente cerca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BASADAS EN SERVIDOR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prestación de servicios se centraliza en uno o más servidores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CARACTERÍSTICAS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centralizados en uno o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red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muchos usuarios (limitado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robustos: Windows Server, Linux, etc.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respaldo centralizadas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4297680" cy="5029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34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Srv.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42976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(usuario)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(admin.)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2267712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2267712"/>
            <a:ext cx="12801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~10-12 máx.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22677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Ilimitados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798064"/>
            <a:ext cx="42976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2798064"/>
            <a:ext cx="12801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798064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60920" y="2798064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3328416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3328416"/>
            <a:ext cx="12801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328416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60920" y="332841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inversión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0" y="3858768"/>
            <a:ext cx="42976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3858768"/>
            <a:ext cx="12801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60920" y="385876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Autoevaluación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¡FIN DE LA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3!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listo para un desafío?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3: Clasificaciones de redes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cantidad de usuarios conectados a la red depende de la clasificación LAN, MAN o WAN.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cantidad de usuarios conectados a la red depende de la clasificación LAN, MAN o WAN.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FALSO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peer-to-peer tiene una única computadora que se comporta como servidor.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peer-to-peer tiene una única computadora que se comporta como servidor.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FALSO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basada en servidor es una red que tiene un solo servidor que brinda todos los servicios.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basada en servidor es una red que tiene un solo servidor que brinda todos los servicios.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FALSO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según el tamaño / alcance se clasifican en: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to Peer y Cliente–Servidor.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MAN y WAN.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Alámbricas e inalámbricas.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 punto y Broadcast.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según el tamaño / alcance se clasifican en: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to Peer y Cliente–Servidor.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LAN, MAN y WAN.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Alámbricas e inalámbricas.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 punto y Broadcast.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 en una WAN generalmente son: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Arrendados.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terceros.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y (c) son correctas.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 en una WAN generalmente son: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Arrendados.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terceros.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(b) y (c) son correctas.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para 16 usuarios que trabajan en oficinas contiguas, dentro del mismo edificio, ¿cómo se clasifica según su tamaño?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LAN.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PAN.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para 16 usuarios que trabajan en oficinas contiguas, dentro del mismo edificio, ¿cómo se clasifica según su tamaño?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Red LAN.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PAN.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el nivel de seguridad en una red basada en servidor?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el nivel de seguridad.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el nivel de seguridad en una red basada en servidor?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Alto.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el nivel de seguridad.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8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características deben ser los Sistemas Operativos para una red basada en servidor?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popular.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Solidez y estabilidad.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compatibilidad con juegos.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8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3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características deben ser los Sistemas Operativos para una red basada en servidor?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popular.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Solidez y estabilidad.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compatibilidad con juegos.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Evaluación de Paso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¡EVALUACIÓN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PASO SP1!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¡Vamos a comprobar cuánto aprendiste de toda la SP1!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6400800" cy="685800"/>
          </a:xfrm>
          <a:prstGeom prst="rect">
            <a:avLst/>
          </a:prstGeom>
          <a:solidFill>
            <a:srgbClr val="1E2D50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62179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evaluación cubre los contenidos de H1, H2 y H3 de la Situación Profesional 1.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como red a un grupo de computadoras interconectadas entre sí, que pueden compartir recursos de hardware e información.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como red a un grupo de computadoras interconectadas entre sí, que pueden compartir recursos de hardware e información.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pequeña red de hasta una docena de usuarios, si queremos armarla fácil y rápidamente, es más conveniente usar el modelo peer-to-peer.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pequeña red de hasta una docena de usuarios, si queremos armarla fácil y rápidamente, es más conveniente usar el modelo peer-to-peer.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permite compartir los siguientes recursos de HARDWARE: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programas en forma remota.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y recepción de e-mails.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almacenamiento (discos duros, cintas, ópticos).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Videoconferencias.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permite compartir los siguientes recursos de HARDWARE: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programas en forma remota.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y recepción de e-mails.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Unidades de almacenamiento (discos duros, cintas, ópticos).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Videoconferencias.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permite compartir la siguiente INFORMACIÓN: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y Memoria RAM.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(directorios).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impresión.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comunicación.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permite compartir la siguiente INFORMACIÓN: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y Memoria RAM.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Carpetas (directorios).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impresión.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comunicación.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que administra permisos, valida ingresos, establece políticas de acceso por grupos e individuos se llama: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archivos.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impresión.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comunicaciones.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usuarios.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que administra permisos, valida ingresos, establece políticas de acceso por grupos e individuos se llama: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archivos.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impresión.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comunicaciones.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Servidor de usuarios.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que se especializa en dar algún servicio específico dentro de la red se llama: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centralizado.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dedicado.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 dedicado.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Cliente–Servidor.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Paso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que se especializa en dar algún servicio específico dentro de la red se llama: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centralizado.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Servidor dedicado.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 dedicado.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Cliente–Servidor.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completada: H2 + H3 + Evaluación de Paso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1672</Words>
  <Application>Microsoft Office PowerPoint</Application>
  <PresentationFormat>Presentación en pantalla (16:9)</PresentationFormat>
  <Paragraphs>342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SP1 H2 y H3 - Redes y Comunicaciones</dc:title>
  <dc:subject>PptxGenJS Presentation</dc:subject>
  <dc:creator>PptxGenJS</dc:creator>
  <cp:lastModifiedBy>PEREZ ESPAÑON, ANTONIO VICTOR</cp:lastModifiedBy>
  <cp:revision>5</cp:revision>
  <dcterms:created xsi:type="dcterms:W3CDTF">2026-03-11T18:15:26Z</dcterms:created>
  <dcterms:modified xsi:type="dcterms:W3CDTF">2026-04-04T07:36:22Z</dcterms:modified>
</cp:coreProperties>
</file>