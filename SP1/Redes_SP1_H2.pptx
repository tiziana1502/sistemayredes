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0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3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292608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 ·  Herramienta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FILOSOFÍA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– SERVIDOR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LOS SISTEMAS OPERATIVOS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pide y quién brinda servicios en la red?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4846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Información
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 CLIENTE–SERVIDOR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interacción en la red involucra dos roles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3977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3977640" cy="54864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2344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CLIENTE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1874520"/>
            <a:ext cx="370332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computadora que </a:t>
            </a: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servicio a otra computadora de la red.
</a:t>
            </a: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
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PC sin impresora propia solicita imprimir un archivo en la impresora de otra computadora.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51960" y="2377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24528" y="2926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1234440"/>
            <a:ext cx="3977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92040" y="1234440"/>
            <a:ext cx="39776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12344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SERVIDOR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1874520"/>
            <a:ext cx="370332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computadora que </a:t>
            </a: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servicio a otras computadoras de la red.
</a:t>
            </a: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
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computadora con la impresora recibe la solicitud y la ejecuta.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8595360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ROLES EN LA 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computadora puede actuar como cliente y como servidor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73152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234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solicita un servicio es el </a:t>
            </a: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Quien lo brinda es el </a:t>
            </a: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2743200" cy="4572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1: Impresión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2670048"/>
            <a:ext cx="2560320" cy="1737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PC sin impresora solicita imprimir → actúa como CLIENTE.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PC con impresora atiende la solicitud → actúa como SERVIDOR de impresión.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154680" y="21488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54680" y="2148840"/>
            <a:ext cx="2743200" cy="4572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2: Archivos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2670048"/>
            <a:ext cx="2560320" cy="1737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PC pide acceder a archivos de otra → actúa como CLIENTE.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PC que almacena esos archivos y responde → actúa como SERVIDOR de archivos.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21488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2148840"/>
            <a:ext cx="27432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rol posible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2670048"/>
            <a:ext cx="2560320" cy="1737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computadora puede ser CLIENTE en un momento (pide un archivo) y SERVIDOR en otro (comparte su impresora).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4320" y="45720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Es altamente recomendable usar Sistemas Operativos especializados para optimizar el rendimiento en cada rol.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EN LA 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 utilizan clientes y servidores?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3931920" cy="50292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 para CLIENTES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de uso corriente:
• Windows 11 / 10 / 8 / 7
• Windows XP Professional
• Windows 2000 Professional
</a:t>
            </a: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Características:
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Económicos, populares, listos para trabajar en red como clientes.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43400" y="1371600"/>
            <a:ext cx="54864" cy="2926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80560" y="1234440"/>
            <a:ext cx="4389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80560" y="1234440"/>
            <a:ext cx="43891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1234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SO para SERVIDORES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1828800"/>
            <a:ext cx="411480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SO robustos y estables:
</a:t>
            </a: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 / 2019 / 2016 / 2012
</a:t>
            </a: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(distribuciones de servidor)
</a:t>
            </a: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Novell: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Novell Netware  ·  Unix
</a:t>
            </a: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Características:
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Sólidos, estables, diseñados para no apagarse nunca.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SERVIDORES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según la función que cumplen en la 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2788920" cy="77724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234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084832"/>
            <a:ext cx="26060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servidor de la red. Realiza todas las tareas. Útil en pequeñas redes con pocas computadoras.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123444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234440"/>
            <a:ext cx="278892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1234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084832"/>
            <a:ext cx="26060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especializa en brindar un solo servicio específico: usuarios, archivos, impresión, backup, etc.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788920" cy="777240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234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084832"/>
            <a:ext cx="26060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 servicios pero también es utilizado como estación de trabajo por algún usuario.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SERVIDORES DEDICADOS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servidor se especializa en un servicio específico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1234440"/>
            <a:ext cx="1645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" y="1234440"/>
            <a:ext cx="1645920" cy="73152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1645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Serv.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" y="2029968"/>
            <a:ext cx="1499616" cy="23591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permisos y valida el acceso de cada usuario a los recursos de la red.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11096" y="1234440"/>
            <a:ext cx="1645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11096" y="1234440"/>
            <a:ext cx="1645920" cy="731520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11096" y="1920240"/>
            <a:ext cx="1645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11096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Serv.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84248" y="2029968"/>
            <a:ext cx="1499616" cy="23591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pedidos de acceso a almacenamiento masivo: leer, escribir, copiar, mover archivos.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85032" y="1234440"/>
            <a:ext cx="1645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85032" y="1234440"/>
            <a:ext cx="1645920" cy="73152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85032" y="1920240"/>
            <a:ext cx="1645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85032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Serv.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58184" y="2029968"/>
            <a:ext cx="1499616" cy="23591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solicitudes de impresión con cola de espera y políticas de acceso.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58968" y="1234440"/>
            <a:ext cx="1645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58968" y="1234440"/>
            <a:ext cx="1645920" cy="731520"/>
          </a:xfrm>
          <a:prstGeom prst="rect">
            <a:avLst/>
          </a:prstGeom>
          <a:solidFill>
            <a:srgbClr val="2C3E6E"/>
          </a:solidFill>
          <a:ln w="12700">
            <a:solidFill>
              <a:srgbClr val="2C3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58968" y="1920240"/>
            <a:ext cx="1645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58968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Serv.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029968"/>
            <a:ext cx="1499616" cy="23591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Gateway/Proxy: traduce y enruta tráfico entre redes distintas (interna, internet).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32904" y="1234440"/>
            <a:ext cx="1645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32904" y="1234440"/>
            <a:ext cx="1645920" cy="73152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32904" y="1920240"/>
            <a:ext cx="1645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32904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Serv.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06056" y="2029968"/>
            <a:ext cx="1499616" cy="23591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copias de seguridad automáticas. Puede reemplazar al servidor de usuarios ante fallas.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320040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 ·  Autoevaluación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¡FIN DE LA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2!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animás a medir cuánto aprendiste?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2: Cliente–Servidor y Sistemas Operativos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red, las computadoras solo pueden desempeñar un solo rol: ser Cliente o ser Servidor.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red, las computadoras solo pueden desempeñar un solo rol: ser Cliente o ser Servidor.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FALSO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red, hay computadoras que solicitan servicios y computadoras que brindan servicios. La que solicita servicios es llamada: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Cliente–Servidor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red, hay computadoras que solicitan servicios y computadoras que brindan servicios. La que solicita servicios es llamada: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Cliente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Cliente–Servidor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red de computadoras, ¿cuál es la definición correcta de CLIENTE?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brinda recursos a otras.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brinda servicios a otras.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utiliza recursos de otras.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independiente de las demás.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red de computadoras, ¿cuál es la definición correcta de CLIENTE?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brinda recursos a otras.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brinda servicios a otras.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Computadora que utiliza recursos de otras.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independiente de las demás.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definición correcta de SERVIDOR en una red?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solicita servicios a otras.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ofrece recursos a otras.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actúa en forma independiente.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administra los usuarios.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definición correcta de SERVIDOR en una red?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solicita servicios a otras.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Computadora que ofrece recursos a otras.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actúa en forma independiente.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que administra los usuarios.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de servidores según su función son: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Archivos, Impresión, Comunicaciones y Back-Up.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Centralizado, Dedicado y No Dedicado.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 y Novell.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tipo Cliente–Servidor o Peer to Peer.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  ·  Indicá la opción correcta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0" cy="10424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de servidores según su función son: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Archivos, Impresión, Comunicaciones y Back-Up.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Centralizado, Dedicado y No Dedicado.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 y Novell.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tipo Cliente–Servidor o Peer to Peer.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320040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 ·  Autoevaluación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¡FIN DE LA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2!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respuestas correctas obtuviste?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108960"/>
            <a:ext cx="5943600" cy="685800"/>
          </a:xfrm>
          <a:prstGeom prst="rect">
            <a:avLst/>
          </a:prstGeom>
          <a:solidFill>
            <a:srgbClr val="1E2D50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5760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Continuaremos con: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Clasificaciones de redes de datos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GRACIAS!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1081</Words>
  <Application>Microsoft Office PowerPoint</Application>
  <PresentationFormat>Presentación en pantalla (16:9)</PresentationFormat>
  <Paragraphs>174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SP1 H2 y H3 - Redes y Comunicaciones</dc:title>
  <dc:subject>PptxGenJS Presentation</dc:subject>
  <dc:creator>PptxGenJS</dc:creator>
  <cp:lastModifiedBy>PEREZ ESPAÑON, ANTONIO VICTOR</cp:lastModifiedBy>
  <cp:revision>5</cp:revision>
  <dcterms:created xsi:type="dcterms:W3CDTF">2026-03-11T18:15:26Z</dcterms:created>
  <dcterms:modified xsi:type="dcterms:W3CDTF">2026-04-04T04:34:27Z</dcterms:modified>
</cp:coreProperties>
</file>