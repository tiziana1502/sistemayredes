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07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SP6 / H2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TCP/IP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de Acceso a la Red e Interred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aplicaciones en redes móviles y telefonía celular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20040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Colegio Universitario 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esta unidad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Arquitectura TCP/IP: los tres agentes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Las cuatro capas del modelo TCP/IP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Comparación TCP/IP vs OSI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Encapsulamiento de datos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Capa de Acceso a la Red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Capa Interred / Internet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Protocolo IP: características y funciones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TCP/IP en redes móviles y celulares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Verdadero o Falso (repaso)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TCP/IP: Los tres agentes de comunicación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517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fundamentales que se comunican. Ej: transferencia de archivos (FTP), logon remoto.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34747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517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Computadoras que ejecutan los procesos. Pueden soportar múltiples procesos simultáneos.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822960"/>
            <a:ext cx="2651760" cy="34747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6517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que conecta hosts y transmite datos entre ellos.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fundamental: todo protocolo se diseña alrededor de estos tres conceptos.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capas del modelo TCP/IP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48640" cy="8046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7863840" cy="80467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/ Proceso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FTP, SMTP, TELNET, DNS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548640" cy="8046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1783080"/>
            <a:ext cx="7863840" cy="80467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(Host-to-Host)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194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UDP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548640" cy="804672"/>
          </a:xfrm>
          <a:prstGeom prst="rect">
            <a:avLst/>
          </a:prstGeom>
          <a:solidFill>
            <a:srgbClr val="7BBFE0"/>
          </a:solidFill>
          <a:ln w="12700">
            <a:solidFill>
              <a:srgbClr val="7BB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2743200"/>
            <a:ext cx="7863840" cy="80467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Interred / Internet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54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(RFC 791), ARP, ICMP, OSPF, BGP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548640" cy="804672"/>
          </a:xfrm>
          <a:prstGeom prst="rect">
            <a:avLst/>
          </a:prstGeom>
          <a:solidFill>
            <a:srgbClr val="B9DEF8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033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60120" y="3703320"/>
            <a:ext cx="7863840" cy="80467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Red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114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Ethernet, Wi-Fi, PPP, Frame Relay, 4G/5G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TCP/IP vs. Modelo OSI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OSI (7 capas)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84048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Aplicación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46504"/>
            <a:ext cx="384048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46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Presentación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384048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3840480" cy="457200"/>
          </a:xfrm>
          <a:prstGeom prst="rect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Transporte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3840480" cy="457200"/>
          </a:xfrm>
          <a:prstGeom prst="rect">
            <a:avLst/>
          </a:prstGeom>
          <a:solidFill>
            <a:srgbClr val="7BBF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3840480" cy="457200"/>
          </a:xfrm>
          <a:prstGeom prst="rect">
            <a:avLst/>
          </a:prstGeom>
          <a:solidFill>
            <a:srgbClr val="B9DE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Enlace de Datos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306824"/>
            <a:ext cx="3840480" cy="457200"/>
          </a:xfrm>
          <a:prstGeom prst="rect">
            <a:avLst/>
          </a:prstGeom>
          <a:solidFill>
            <a:srgbClr val="D4ED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306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Física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TCP/IP (4 capas)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234440"/>
            <a:ext cx="3840480" cy="1536192"/>
          </a:xfrm>
          <a:prstGeom prst="rect">
            <a:avLst/>
          </a:prstGeom>
          <a:solidFill>
            <a:srgbClr val="3A7B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234440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770632"/>
            <a:ext cx="3840480" cy="512064"/>
          </a:xfrm>
          <a:prstGeom prst="rect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7706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282696"/>
            <a:ext cx="3840480" cy="512064"/>
          </a:xfrm>
          <a:prstGeom prst="rect">
            <a:avLst/>
          </a:prstGeom>
          <a:solidFill>
            <a:srgbClr val="7BBF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28269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794760"/>
            <a:ext cx="3840480" cy="1024128"/>
          </a:xfrm>
          <a:prstGeom prst="rect">
            <a:avLst/>
          </a:prstGeom>
          <a:solidFill>
            <a:srgbClr val="B9DE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engloba Sesión, Presentación y Aplicación de OSI en una sola capa.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Encapsulamiento de datos en TCP/IP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286000" cy="68580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868680"/>
            <a:ext cx="6080760" cy="594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34640" y="86868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/ Mensaje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1508760"/>
            <a:ext cx="0" cy="22860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2286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(TCP)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6080760" cy="594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178308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= H(TCP) + Datos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3040" y="2423160"/>
            <a:ext cx="0" cy="22860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2286000" cy="685800"/>
          </a:xfrm>
          <a:prstGeom prst="rect">
            <a:avLst/>
          </a:prstGeom>
          <a:solidFill>
            <a:srgbClr val="7BBFE0"/>
          </a:solidFill>
          <a:ln w="12700">
            <a:solidFill>
              <a:srgbClr val="7BB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Interred (IP)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697480"/>
            <a:ext cx="6080760" cy="594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34640" y="269748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Datagrama = H(IP) + Segmento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3337560"/>
            <a:ext cx="0" cy="22860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286000" cy="685800"/>
          </a:xfrm>
          <a:prstGeom prst="rect">
            <a:avLst/>
          </a:prstGeom>
          <a:solidFill>
            <a:srgbClr val="B9DEF8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3611880"/>
            <a:ext cx="6080760" cy="594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4640" y="361188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Trama = H(MAC) + Datagrama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agrega su encabezamiento (header) al frente de los datos recibidos de la capa superior.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Terminología de unidades de datos por capa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 usa...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UDP usa...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(flujo)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Paquete (UDP)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Datagrama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Datagrama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la 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Trama (Frame)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Trama (Frame)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Acceso a la 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Encamina datos entre dispositivos en la misma red.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Encapsula datagramas IP en tramas según el medio.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Mapea direcciones IP a direcciones físicas (MAC).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según tipo de red: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LAN: Ethernet (IEEE 802.3), Wi-Fi (IEEE 802.11)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WAN: PPP, Frame Relay, X.25, ISDN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Móvil: 4G LTE, 5G NR (acceso TCP/IP sobre radio)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RFCs clave: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826 (ARP): resuelve IP → MAC en Ethernet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894: encapsulamiento IP en redes Ethernet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92608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8932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En celulares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4173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4G/5G actúa como capa de acceso a la red. El móvil se conecta a la estación base (eNodeB/gNodeB), que encapsula los datagramas IP sobre el canal de radio. TCP/IP funciona igual que en Ethernet, solo cambia el medio físico.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Interred (Internet): el corazón de TCP/IP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412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principal: </a:t>
            </a: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Encaminar datos a través de múltiples redes.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IP (RFC 791):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 no orientado a conexión (no hay handshake previo).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Entrega de mejor esfuerzo (best effort): no garantiza orden ni llegada.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Todo el tráfico TCP/IP pasa por IP (entrante y saliente).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involucrados: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Router: conecta dos o más redes y elige el camino correcto.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Gateway: router que además traduce protocolos entre redes distintas.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Gateway: puerta de enlace predeterminada (ej: router del hogar).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En internet móvil: el router del operador hace de gateway entre la red 4G/5G y la internet pública.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IP: características y funciones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051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Datagramas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básica de transmisión. Cabecera fija de 20 bytes + datos.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160520" cy="1051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Direccionamiento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host tiene una dirección IP lógica única. Debe mapearse a dirección física (MAC).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4160520" cy="1051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Encaminamiento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la ruta a través de routers/gateways para llegar al destino.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160520" cy="1051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9418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Fragmentación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3258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datagramas grandes en fragmentos más pequeños según el MTU de la red.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160520" cy="1051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Movimiento inter-capas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603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datos entre la capa de Acceso a la Red y la capa de Transporte.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en redes móviles y telefonía celular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412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TCP/IP es el mismo en celulares que en redes fijas. Lo que cambia es la capa de acceso a la red.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 en 4G/5G?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celular recibe una dirección IP asignada por el operador (DHCP).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paquetes IP viajan sobre el protocolo GTP (GPRS Tunneling Protocol) dentro de la red del operador.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router del operador (Packet Gateway) actúa como Default Gateway hacia Internet.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y direcciones privadas: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operadores usan NAT: múltiples dispositivos comparten una IP pública.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 IPv6 se asignan direcciones globales únicas a cada dispositivo.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Protocolos de capa de acceso en celular: LTE-Uu (radio), S1-U (hacia el core), GTP-U (túnel IP).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vs. Gateway: diferencias clave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39319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5176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dos o más redes. Función primaria: encaminamiento (elegir el mejor camino). Opera en capa de red (IP).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39319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51760" cy="594360"/>
          </a:xfrm>
          <a:prstGeom prst="rect">
            <a:avLst/>
          </a:prstGeom>
          <a:solidFill>
            <a:srgbClr val="3A5F7A"/>
          </a:solidFill>
          <a:ln w="12700">
            <a:solidFill>
              <a:srgbClr val="3A5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868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(Puerta de enlace)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que además traduce protocolos entre redes con arquitecturas diferentes. Puede operar en cualquier capa del modelo.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868680"/>
            <a:ext cx="2651760" cy="39319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651760" cy="594360"/>
          </a:xfrm>
          <a:prstGeom prst="rect">
            <a:avLst/>
          </a:prstGeom>
          <a:solidFill>
            <a:srgbClr val="4A8FAA"/>
          </a:solidFill>
          <a:ln w="12700">
            <a:solidFill>
              <a:srgbClr val="4A8F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868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GATEWAY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predeterminado de una red local. Ejemplo: el router de tu hogar u oficina que da acceso a Internet.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cotidiano: el router Wi-Fi de casa funciona como gateway entre tu red local y la red del ISP.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— SP6 / H2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se basa en tres agentes: Procesos, Hosts y Redes.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167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16736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tiene 4 capas: Acceso, Interred, Transporte, Aplicación.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8562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capas superiores de OSI se unifican en la capa Aplicación de TCP/IP.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3957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395728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encapsulamiento agrega headers en cada capa al bajar la pila.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352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935224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Acceso a la Red es transparente: Ethernet, Wi-Fi, 4G, 5G.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474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Interred (IP) encamina, fragmenta y dirige datagramas.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014216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0142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014216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es no orientado a conexión y de mejor esfuerzo.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553712"/>
            <a:ext cx="320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5537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53712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celulares, la misma arquitectura TCP/IP opera sobre radio (4G/5G).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1 de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está basado en tres agentes: Procesos, Hosts y Redes.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solidFill>
            <a:srgbClr val="1A7040"/>
          </a:solidFill>
          <a:ln w="12700">
            <a:solidFill>
              <a:srgbClr val="1A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solidFill>
            <a:srgbClr val="1A8040"/>
          </a:solidFill>
          <a:ln w="12700">
            <a:solidFill>
              <a:srgbClr val="1A8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VERDADERO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está basado en tres agentes: Procesos, Hosts y Redes.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fuente lo define explícitamente: procesos (entidades que se comunican), hosts (que ejecutan procesos) y redes (que conectan hosts).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2 de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TCP/IP tiene 7 capas, igual que el modelo OSI.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solidFill>
            <a:srgbClr val="1A7040"/>
          </a:solidFill>
          <a:ln w="12700">
            <a:solidFill>
              <a:srgbClr val="1A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FALSO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TCP/IP tiene 7 capas, igual que el modelo OSI.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tiene 4 capas. El modelo OSI tiene 7. TCP/IP agrupa las 3 capas superiores de OSI (Sesión, Presentación, Aplicación) en una sola.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3 de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Acceso a la Red de TCP/IP equivale a las capas Física y de Enlace del modelo OSI.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solidFill>
            <a:srgbClr val="1A7040"/>
          </a:solidFill>
          <a:ln w="12700">
            <a:solidFill>
              <a:srgbClr val="1A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solidFill>
            <a:srgbClr val="1A8040"/>
          </a:solidFill>
          <a:ln w="12700">
            <a:solidFill>
              <a:srgbClr val="1A8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VERDADERO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Acceso a la Red de TCP/IP equivale a las capas Física y de Enlace del modelo OSI.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Acceso a la Red de TCP/IP engloba las funciones de las capas 1 (Física) y 2 (Enlace de Datos) del modelo OSI.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4 de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IP es orientado a conexión y garantiza la entrega de todos los paquetes.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solidFill>
            <a:srgbClr val="1A7040"/>
          </a:solidFill>
          <a:ln w="12700">
            <a:solidFill>
              <a:srgbClr val="1A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FALSO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IP es orientado a conexión y garantiza la entrega de todos los paquetes.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es no orientado a conexión y ofrece un servicio de mejor esfuerzo. No garantiza el orden ni la llegada de los datagramas.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5 de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encapsulamiento es el proceso de agregar información de control (header) al pasar datos hacia abajo en la pila TCP/IP.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solidFill>
            <a:srgbClr val="1A7040"/>
          </a:solidFill>
          <a:ln w="12700">
            <a:solidFill>
              <a:srgbClr val="1A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solidFill>
            <a:srgbClr val="1A8040"/>
          </a:solidFill>
          <a:ln w="12700">
            <a:solidFill>
              <a:srgbClr val="1A8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VERDADERO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encapsulamiento es el proceso de agregar información de control (header) al pasar datos hacia abajo en la pila TCP/IP.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3A404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agrega su propio encabezamiento al frente de los datos recibidos de la capa superior. Este proceso se llama encapsulamiento.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¡Fin de la SP6 / H2!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TCP/IP: Capas de Acceso a la Red e Interred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unidad: Capa de Transporte (SP6 / H3)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320040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Colegio Universitario 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1701</Words>
  <Application>Microsoft Office PowerPoint</Application>
  <PresentationFormat>Presentación en pantalla (16:9)</PresentationFormat>
  <Paragraphs>256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TCP/IP: Capas de Acceso a la Red e Interred</dc:title>
  <dc:subject>PptxGenJS Presentation</dc:subject>
  <dc:creator>PptxGenJS</dc:creator>
  <cp:lastModifiedBy>user</cp:lastModifiedBy>
  <cp:revision>2</cp:revision>
  <dcterms:created xsi:type="dcterms:W3CDTF">2026-05-11T22:53:21Z</dcterms:created>
  <dcterms:modified xsi:type="dcterms:W3CDTF">2026-05-14T08:30:56Z</dcterms:modified>
</cp:coreProperties>
</file>