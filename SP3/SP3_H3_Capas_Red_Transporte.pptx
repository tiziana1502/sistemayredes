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6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 ·  Herramienta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MEDIAS: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Y TRANSPORTE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40690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viajan los datos desde el origen hasta el destino?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914400"/>
            <a:ext cx="20116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48272" y="1417320"/>
            <a:ext cx="2011680" cy="384048"/>
          </a:xfrm>
          <a:prstGeom prst="rect">
            <a:avLst/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21424" y="1920240"/>
            <a:ext cx="2011680" cy="38404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94576" y="2423160"/>
            <a:ext cx="2011680" cy="38404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67728" y="2926080"/>
            <a:ext cx="2011680" cy="384048"/>
          </a:xfrm>
          <a:prstGeom prst="rect">
            <a:avLst/>
          </a:prstGeom>
          <a:solidFill>
            <a:srgbClr val="253A6A"/>
          </a:solidFill>
          <a:ln w="12700">
            <a:solidFill>
              <a:srgbClr val="25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Encaminamiento</a:t>
            </a: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paquetes de origen a destino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función principal de la capa de red es controlar la </a:t>
            </a:r>
            <a:r>
              <a:rPr lang="en-US" sz="14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encaminando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paquetes desde el origen hasta el destino."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743200" cy="2697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Servicios de la capa de 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los paquetes viajan a través de múltiples nodos intermedios para llegar al destino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743200" cy="2697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Datagramas vs Circuitos virtuales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Datagramas: cada paquete </a:t>
            </a:r>
            <a:r>
              <a:rPr lang="en-US" sz="16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enruta independientemente</a:t>
            </a: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rgbClr val="B0C4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</a:t>
            </a: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virtuales: se establece una </a:t>
            </a:r>
            <a:r>
              <a:rPr lang="en-US" sz="16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fija </a:t>
            </a: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la sesión.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743200" cy="2697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Servicios internos de la subred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encaminamiento, gestión de colas, control de flujo y prevención de congestión.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A3057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Protocolos de Capa de Red: IP (TCP/IP) · X.25 (redes de conmutación de paquetes)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LA CAPA DE 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funciones esenciales que debe proveer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727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02920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02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Encaminamiento independiente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34290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 puede tomar una ruta diferente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receptor reensambla los paquetes en orden correcto.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5727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502920" cy="15727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502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57800" y="1280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1664208"/>
            <a:ext cx="34290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subred no confirma que los paquetes llegaron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confirmación queda a cargo de capas superiores.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15727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1148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502920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502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máximo de vida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355848"/>
            <a:ext cx="34290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 tiene un </a:t>
            </a: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límite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no llega en ese tiempo, se descarta y el emisor puede reenviarlo.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114800" cy="15727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114800" cy="54864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502920" cy="1572768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2880360"/>
            <a:ext cx="502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25780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 automático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355848"/>
            <a:ext cx="34290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un emisor rápido </a:t>
            </a: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inunde de paquetes 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de espera del receptor.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ENCAMINAMIENTO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clave de la Capa de Red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"Proveer </a:t>
            </a:r>
            <a:r>
              <a:rPr lang="en-US" sz="14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encaminamiento o enrutamiento 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paquetes desde el origen hasta el destino, </a:t>
            </a:r>
            <a:r>
              <a:rPr lang="en-US" sz="14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decidiendo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cuál línea de salida transmitirá cada paquete."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modos de encaminamiento: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023360" cy="2423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4023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402336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Datagramas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paquete se enruta de forma independiente.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decisión se toma con CADA paquete que llega.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paquetes pueden llegar desordenados.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Mayor flexibilidad ante fallos.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359152"/>
            <a:ext cx="4114800" cy="2423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359152"/>
            <a:ext cx="41148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359152"/>
            <a:ext cx="411480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3591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Circuitos Virtuales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establece una ruta fija antes de enviar datos.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 decisiones se toman solo al establecer el circuito.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Todos los paquetes siguen la misma ruta.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También llamado: encaminamiento de sesión.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ENCAMINAMIENTO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adaptativos vs Adaptativos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457200"/>
          </a:xfrm>
          <a:prstGeom prst="rect">
            <a:avLst/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ADAPTATIVOS (Estáticos)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23360" cy="1280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se determina anticipadamente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fuera de línea, cuando la red se arranca.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en cuenta el tráfico o la topología actual.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ADAPTATIVOS (Dinámicos)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114800" cy="1280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66420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sus decisiones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reflejar variaciones de topología y tráfico en tiempo real.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0815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familias de algoritmos adaptativos: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2743200" cy="146304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4572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456432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Encaminamiento centralizado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 información recogida en toda la red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centro de control toma las decisiones.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456432"/>
            <a:ext cx="2743200" cy="146304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3456432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3456432"/>
            <a:ext cx="457200" cy="14630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3456432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4904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aislados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4114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decide de forma independiente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solo su información local (colas, vecinos).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456432"/>
            <a:ext cx="2743200" cy="146304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3456432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3456432"/>
            <a:ext cx="457200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3456432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8368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global + local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114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intercambia información con sus vecinos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tomar decisiones distribuidas.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ENCAMINAMIENTO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calcula la mejor ruta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17830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Camino más corto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682496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 grafo de la red y calcula </a:t>
            </a: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menor longitud 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métrica elegida: número de saltos, retardo, ancho de banda, costo, etc.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17830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280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Camino múltiple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682496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del anterior: divide el tráfico entre </a:t>
            </a: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caminos 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igualmente buenos para mejorar el rendimiento y la tolerancia a fallos.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17830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1280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Centralizado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682496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Control 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 recibe el estado de todos los nodos y calcula las rutas. Problema: punto único de falla y alta dependencia.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251960" cy="17830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251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Aislado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" y="3602736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actúa por su cuenta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pone el paquete en la cola de salida más corta. Variante: aprendizaje hacia atrás (backward learning).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251960" cy="17830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2519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32004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Distribuido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3602736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intercambia tablas con sus vecinos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Mantiene la línea preferida y estimación de distancia hacia cada destino.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CONGESTIÓN Y BLOQUEO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cuando la red se satura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Congestión: cuando existen demasiados paquetes en la red, el rendimiento se degrada.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control de la congestión: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411480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11480" cy="5669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23113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recursos anticipadamente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411480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411480" cy="5669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8950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Desechar paquetes cuando no se pueden procesar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411480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411480" cy="5669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54787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el número de paquetes en la red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2231136"/>
            <a:ext cx="420624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231136"/>
            <a:ext cx="411480" cy="5669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23113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223113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control de flujo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la congestión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889504"/>
            <a:ext cx="420624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889504"/>
            <a:ext cx="411480" cy="5669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288950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288950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Obstruir la entrada de datos cuando la red está sobrecargada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A305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Bloqueo (Deadlock): la máxima congestión. Los nodos esperan entre sí en un círculo vicioso del que no pueden salir. Se previene controlando la asignación de recursos en cada nodo.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TRANSPORTE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 la jerarquía de protocolos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"Acepta datos de la capa de sesión, los divide en unidades más pequeñas, los pasa a la capa de red y </a:t>
            </a:r>
            <a:r>
              <a:rPr lang="en-US" sz="14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que todos los segmentos lleguen correctamente al otro extremo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Objetivo: asegurar el transporte de datos desde la máquina FUENTE a la máquina DESTINO, independientemente de la red física en uso.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servicio de transporte: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90672"/>
            <a:ext cx="4023360" cy="17373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4023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402336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Orientado a conexión (TCP)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fases: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Establecimiento de conexión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Transferencia de datos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Liberación de conexión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090672"/>
            <a:ext cx="4114800" cy="17373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3090672"/>
            <a:ext cx="4114800" cy="54864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090672"/>
            <a:ext cx="4114800" cy="438912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090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Sin conexión (UDP)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3566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establece conexión previa.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datagrama se envía independientemente.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Más rápido, sin garantías de entrega.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TRANSPORTE: EXTREMO A EXTREMO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frontera entre proveedor y usuario de servicios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del modelo OSI: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1 a 4 — Proveedoras de servicio de transporte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01168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– Física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01168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– Enlace de 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1993392"/>
            <a:ext cx="201168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– 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2468880"/>
            <a:ext cx="201168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4 – Transporte 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536192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536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5 a 7 — Usuarios del servicio de transporte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5 – Sesión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11480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6 – Presentación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114800" cy="411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2944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7 – Aplicación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8412480" cy="32918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4930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Capas 1-3: comunicación entre nodos ADYACENTES (encadenadas)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877056"/>
            <a:ext cx="8412480" cy="32918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87705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Capas 4-7: comunicación de EXTREMO A EXTREMO (origen a destino)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261104"/>
            <a:ext cx="8412480" cy="32918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2611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La capa de Transporte mejora la QoS (Calidad de Servicio) ofrecida por la capa de Red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Hace el servicio más confiable: control end-to-end, recuperación ante pérdidas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/ H3: Las capas medias: Red y Transporte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Capa de 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170432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 paquetes de origen a destino. Usa datagramas o circuitos virtuales. Protocolo clave: IP.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54864" cy="80467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Algoritmos de encaminamiento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084832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adaptativos (estáticos) y adaptativos: globales, locales y distribuidos.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Congestión y Bloqueo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2999232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congestión mediante 5 estrategias. Bloqueo = máxima congestión (deadlock).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587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858768"/>
            <a:ext cx="54864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Capa de Transporte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3913632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Corazón del modelo OSI. Control end-to-end. Servicios: TCP (conexión) y UDP (sin conexión).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/ H3: Las capas medias: Red y Transporte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926080"/>
            <a:ext cx="36576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animás a medir cuánto aprendiste?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 capa de Transporte realiza un control de extremo a extremo.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 capa de Transporte realiza un control de extremo a extremo.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 punto muy importante en el diseño de la capa de red es la determinación de cómo encaminar los paquetes.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 punto muy importante en el diseño de la capa de red es la determinación de cómo encaminar los paquetes.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Según el modelo OSI, la función de la Capa de Red se ocupa de: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Definir las características que debe tener el medio de transmisión.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Definir cómo se establecerán las direcciones físicas de cada computadora y cómo deberán ser las tramas de bits.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El control de la operación de la red y el enrutamiento de los paquetes.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Asegurar que todos los segmentos lleguen correctamente al otro extremo.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Según el modelo OSI, la función de la Capa de Red se ocupa de: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Definir las características que debe tener el medio de transmisión.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Definir cómo se establecerán las direcciones físicas de cada computadora y cómo deberán ser las tramas de bits.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El control de la operación de la red y el enrutamiento de los paquetes.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Asegurar que todos los segmentos lleguen correctamente al otro extremo.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 la capa de red, las rutas pueden determinarse de dos formas: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Punto a punto o difusión.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Unilateral o bilateralmente.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Estáticas y dinámicas.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Seguras o inseguras.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 la capa de red, las rutas pueden determinarse de dos formas: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Punto a punto o difusión.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Unilateral o bilateralmente.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Estáticas y dinámicas.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Seguras o inseguras.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El control de la congestión se realiza en la capa: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Física.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Enlace.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Transporte.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El control de la congestión se realiza en la capa: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Física.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Enlace.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Transporte.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Las siguientes capas realizan las siguientes tareas — relacione cada capa con su función: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32004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1755648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67328" y="1755648"/>
            <a:ext cx="5010912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1755648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características que debe tener el medio de transmisión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32004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Enlace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2450592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67328" y="2450592"/>
            <a:ext cx="5010912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2450592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cómo se establecerán las direcciones físicas de cada computadora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32004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14553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3145536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67328" y="3145536"/>
            <a:ext cx="5010912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86200" y="3145536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la operación de la red y el encaminamiento de los mensajes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32004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Transporte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93008" y="3840480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67328" y="3840480"/>
            <a:ext cx="5010912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86200" y="384048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el transporte de datos desde máquina origen a máquina destino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Las siguientes capas realizan las siguientes tareas — relacione cada capa con su función: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32004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1755648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67328" y="1755648"/>
            <a:ext cx="5010912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1755648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Definir las características que debe tener el medio de transmisión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32004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Enlace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2450592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67328" y="2450592"/>
            <a:ext cx="5010912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2450592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Definir cómo se establecerán las direcciones físicas de cada computadora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32004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14553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3145536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67328" y="3145536"/>
            <a:ext cx="5010912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86200" y="3145536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Controlar la operación de la red y el encaminamiento de los mensajes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32004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Transporte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93008" y="3840480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67328" y="3840480"/>
            <a:ext cx="5010912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86200" y="384048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Asegurar el transporte de datos desde máquina origen a máquina destino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1742</Words>
  <Application>Microsoft Office PowerPoint</Application>
  <PresentationFormat>Presentación en pantalla (16:9)</PresentationFormat>
  <Paragraphs>269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SP3 / H3: Las capas medias: Red y Transporte</dc:title>
  <dc:subject>PptxGenJS Presentation</dc:subject>
  <dc:creator>PptxGenJS</dc:creator>
  <cp:lastModifiedBy>PEREZ ESPAÑON, ANTONIO VICTOR</cp:lastModifiedBy>
  <cp:revision>4</cp:revision>
  <dcterms:created xsi:type="dcterms:W3CDTF">2026-03-18T18:11:16Z</dcterms:created>
  <dcterms:modified xsi:type="dcterms:W3CDTF">2026-04-01T19:59:56Z</dcterms:modified>
</cp:coreProperties>
</file>